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EAA239"/>
                </a:solidFill>
                <a:latin typeface="Montserrat"/>
              </a:rPr>
              <a:t>APRESENTAÇÃO À DIRETORIA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1645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Plano de Substituição de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Correias Transportadoras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Status do programa e cronograma de regularização por unidade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Nova Mutum · Sinop · Sidrolândia · Balsas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257800"/>
            <a:ext cx="2743200" cy="2540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1" i="1">
                <a:solidFill>
                  <a:srgbClr val="EAA239"/>
                </a:solidFill>
                <a:latin typeface="Montserrat"/>
              </a:rPr>
              <a:t>MAIS QUE ENERGIA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0" i="0">
                <a:solidFill>
                  <a:srgbClr val="9FB4C9"/>
                </a:solidFill>
                <a:latin typeface="Montserrat"/>
              </a:rPr>
              <a:t>Base: levantamento FLEXLAB (jun/2026) + plano de execução  |  ref. 02/07/2026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A PERGUNTA DA DIRETORIA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Quando cada unidade estará regularizada?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201400" cy="731520"/>
          </a:xfrm>
          <a:prstGeom prst="roundRect">
            <a:avLst/>
          </a:prstGeom>
          <a:solidFill>
            <a:srgbClr val="F2F5F8"/>
          </a:solidFill>
          <a:ln w="15875">
            <a:solidFill>
              <a:srgbClr val="124E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73152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Programa concluído em 30/12/2026    |    46 correias · 3 concluídas · 7 urgentes (&lt;=30 dias) · 0 vencidas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2697480" cy="118872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NMT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Nova Mutum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124E81"/>
                </a:solidFill>
                <a:latin typeface="Montserrat"/>
              </a:rPr>
              <a:t>22/10/2026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16 correias no plano; 1 concluída. Última substituição em 22/10/2026.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2286000"/>
            <a:ext cx="2697480" cy="118872"/>
          </a:xfrm>
          <a:prstGeom prst="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2152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EAA239"/>
                </a:solidFill>
                <a:latin typeface="Montserrat"/>
              </a:rPr>
              <a:t>SNP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Sinop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2152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EAA239"/>
                </a:solidFill>
                <a:latin typeface="Montserrat"/>
              </a:rPr>
              <a:t>30/12/2026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2152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23 correias no plano; 1 concluída. Última em 30/12/2026 (esteiras de cavacos).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35624" y="2286000"/>
            <a:ext cx="2697480" cy="118872"/>
          </a:xfrm>
          <a:prstGeom prst="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D77"/>
                </a:solidFill>
                <a:latin typeface="Montserrat"/>
              </a:rPr>
              <a:t>SDR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Sidrolândia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D77"/>
                </a:solidFill>
                <a:latin typeface="Montserrat"/>
              </a:rPr>
              <a:t>30/09/2026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 correias no plano. Ambas concluídas até 30/09/2026.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1976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51976" y="2286000"/>
            <a:ext cx="2697480" cy="118872"/>
          </a:xfrm>
          <a:prstGeom prst="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CC5"/>
                </a:solidFill>
                <a:latin typeface="Montserrat"/>
              </a:rPr>
              <a:t>BLS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Balsas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6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CC5"/>
                </a:solidFill>
                <a:latin typeface="Montserrat"/>
              </a:rPr>
              <a:t>24/07/2026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4856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4 esteiras + 1 sobressalente; 1 concluída. Esteiras concluídas até 24/07/2026.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Marcos de conclusão (jul → dez/2026)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Jul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1093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093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Ago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442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442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845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845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6194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194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Nov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597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4597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Dez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6907" y="1874520"/>
            <a:ext cx="25400" cy="3703320"/>
          </a:xfrm>
          <a:prstGeom prst="rect">
            <a:avLst/>
          </a:prstGeom>
          <a:solidFill>
            <a:srgbClr val="CC5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52587" y="1618488"/>
            <a:ext cx="1097280" cy="256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CC5121"/>
                </a:solidFill>
                <a:latin typeface="Montserrat"/>
              </a:rPr>
              <a:t>HOJE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10312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NMT · Nova Mutum</a:t>
            </a:r>
          </a:p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16 correias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2304288"/>
            <a:ext cx="5589832" cy="384048"/>
          </a:xfrm>
          <a:prstGeom prst="round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8712" y="228600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22/10/2026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97180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SNP · Sinop</a:t>
            </a:r>
          </a:p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23 correias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3172968"/>
            <a:ext cx="9003092" cy="384048"/>
          </a:xfrm>
          <a:prstGeom prst="round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71972" y="315468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30/12/2026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SDR · Sidrolândia</a:t>
            </a:r>
          </a:p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2 correias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4041648"/>
            <a:ext cx="4501546" cy="384048"/>
          </a:xfrm>
          <a:prstGeom prst="round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0426" y="402336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30/09/2026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BLS · Balsas</a:t>
            </a:r>
          </a:p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5 correias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910328"/>
            <a:ext cx="1137753" cy="384048"/>
          </a:xfrm>
          <a:prstGeom prst="round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6633" y="489204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24/07/2026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Conclusão de todo o programa: 30/12/2026 (última — Sinop, esteiras de cavacos da biomassa).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CONSISTÊNCIA DOS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Reconciliação: levantamento × execução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Levantamento FLEXLAB (jun/2026)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20303F"/>
                </a:solidFill>
                <a:latin typeface="Montserrat"/>
              </a:rPr>
              <a:t>•  148 correias auditadas no grupo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102 mantidas em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a substituir  →  R$ 6,15 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41 reprovadas no ensaio ISO 340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5 por degradação física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609346"/>
                </a:solidFill>
                <a:latin typeface="Montserrat"/>
              </a:rPr>
              <a:t>Plano de execução (dashboard atual)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correias no plano  ✓ bate com as 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3 já concluídas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43 em execução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Conclusão: 30/12/2026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0 correias vencidas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9788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 i="0">
                <a:solidFill>
                  <a:srgbClr val="CC5121"/>
                </a:solidFill>
                <a:latin typeface="Montserrat"/>
              </a:rPr>
              <a:t>Obs.: cadastro do dashboard usa NVM/SDL — padronizar p/ os códigos oficiais NMT e SDR · confirmar unidades DRD e LEM · 1 dos 46 é sobressalente em estoque (45 esteiras físicas).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DECISÃO 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Cuidado especial até concluir a substituição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CC5121"/>
                </a:solidFill>
                <a:latin typeface="Montserrat"/>
              </a:rPr>
              <a:t>Pontos de atenção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7 correias urgentes (&lt;=30 dias) — biomassa (SNP), DDGS (SDR/BLS), julho.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Conclusão do programa depende da SNP (esteiras de cavacos, 30/12/2026).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Biomassa e grãos: maior exposição a incêndio por atrito (rolete/correia).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Janela de transição: risco elevado até a troca de todas as correias.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609346"/>
                </a:solidFill>
                <a:latin typeface="Montserrat"/>
              </a:rPr>
              <a:t>Encaminhamentos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PCM acionado para alinhar com TODAS as áreas cuidado reforçado até concluir a substituição das correias.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Priorizar as correias urgentes de julho (biomassa/DDGS).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Reporte quinzenal de avanço por unidade (concluídas x plano).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Padronizar cadastro (NVM/SDL → NMT/SDR) e confirmar DRD/LEM.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