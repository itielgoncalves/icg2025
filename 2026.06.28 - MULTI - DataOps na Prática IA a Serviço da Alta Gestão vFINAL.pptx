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reativa: o TracOS cobre os rotativos com insight prescritivo. Faltam os alarmes acima da norma e o prescritivo dos equipamentos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STRATEGIC PARTNERSHIP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June 26, 2026 session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Executive session at Rockwell's campus (Cleveland, OH). Inpasa presented its automation goals; Rockwell shared its vision for the COI, DataOps and industrial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Attendees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VP, Automation &amp; Electrical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PM,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(Brazil team)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no PlantPAx parcial de cada unidade. Em automação, não existe visão única nem ranking comparativo entre as plantas.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de manutenção prescritiva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 e dados na borda,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FactoryTalk Optix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Plataforma aberta de HMI e dados na borda (Connect, Contextualize, Visualize, Share). Roda em painel, IPC ou cliente web (Windows/Linux) — não um SCADA multi-site com redundância.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VPN. Hoje a Inpasa usa Citrix, que pode ser mantido.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com controladores Rockwell e de terceiros e roda em qualquer hardware — integra os equipamentos multimarca da Inpasa, sem lock-in.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OT = operação (chão de fábrica) · IT = informação (sistemas corporativos) · ET = engenharia (projeto/ativos).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Em vez de integrações ponto a ponto, o hub consolida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age antes da parada — complementa a Tractian (rotativos), agora para os demais ativos.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sistema de supervisão.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Hoje já há IA que converte plantas com PlantPAx desatualizado para a versão atual; e o padrão ISA-101 (telas em cinza, cor só no que exige atenção) otimiza a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Grafana já está implantado sobre o PlantPAx adaptado, com os primeiros indicadores (ex.: controles em automático) já em teste. Base pronta —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O OBJETIVO PROPOSTO PELA ALTA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9C52"/>
                </a:solidFill>
                <a:latin typeface="Calibri"/>
              </a:rPr>
              <a:t>Onde se encaixa: </a:t>
            </a:r>
            <a:r>
              <a:rPr sz="1300" b="0" i="0">
                <a:solidFill>
                  <a:srgbClr val="CDDAE8"/>
                </a:solidFill>
                <a:latin typeface="Calibri"/>
              </a:rPr>
              <a:t>otimizar processos de pequenos ganhos — energia, vapor e outros — que muitas vezes não avaliamos por serem pequenos, mas que a IA consegue otimizar.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nos fluxos no-code do DataMosaix, com apoio e patrocínio dos gestores de processo e de automação.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