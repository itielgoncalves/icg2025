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7548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27D98"/>
                </a:solidFill>
                <a:latin typeface="Calibri"/>
              </a:rPr>
              <a:t>Apresentado a: 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Sr. José  e  Éder</a:t>
            </a:r>
            <a:r>
              <a:rPr sz="1400" b="0" i="0">
                <a:solidFill>
                  <a:srgbClr val="627D98"/>
                </a:solidFill>
                <a:latin typeface="Calibri"/>
              </a:rPr>
              <a:t>      por 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Itiel Gonçalves · VP Automação &amp; Elétrica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27D98"/>
                </a:solidFill>
                <a:latin typeface="Calibri"/>
              </a:rPr>
              <a:t>Centro de Operações Integradas (COI)  ·  Benchmarking entre plantas  ·  Manutenção prescritiva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FA9C2"/>
                </a:solidFill>
                <a:latin typeface="Calibri"/>
              </a:rPr>
              <a:t>Base: sessão estratégica Inpasa × Rockwell  ·  Mayfield Heights, OH  ·  26/06/2026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Nova Mutum, Dourados, Balsas, Sidrolândia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Contato: Dan DeYoung (VP &amp; GM, Design &amp; Control).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 adaptado às necessidades e padrões da Inpasa. Não há visão única, nem comparação direta entre as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parcialmente reativa (TracOS cobre rotativos) e alarmes acima da norma — falta prescritivo e não rotativos.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PARCERIA ESTRATÉGICA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Inpasa × Rockwell — leitura da sessão de 26/06/2026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Encontro executivo no campus da Rockwell (Mayfield Heights, OH). A Inpasa apresentou seus objetivos de automação; a Rockwell trouxe a visão de COI, DataOps e IA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525780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Agenda da sessão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Inpasa Goals &amp; Objectives </a:t>
            </a:r>
            <a:r>
              <a:rPr sz="1300">
                <a:solidFill>
                  <a:srgbClr val="334E68"/>
                </a:solidFill>
                <a:latin typeface="Calibri"/>
              </a:rPr>
              <a:t>— Itiel Gonçalves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Trusted Partnership &amp; Ecosystem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Process Characterization &amp; Lab Tour </a:t>
            </a:r>
            <a:r>
              <a:rPr sz="1300">
                <a:solidFill>
                  <a:srgbClr val="334E68"/>
                </a:solidFill>
                <a:latin typeface="Calibri"/>
              </a:rPr>
              <a:t>— Ed Walsh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Software Leadership: COI &amp; DataOps </a:t>
            </a:r>
            <a:r>
              <a:rPr sz="1300">
                <a:solidFill>
                  <a:srgbClr val="334E68"/>
                </a:solidFill>
                <a:latin typeface="Calibri"/>
              </a:rPr>
              <a:t>— JP Wright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Hardware Leadership: Process Initiative </a:t>
            </a:r>
            <a:r>
              <a:rPr sz="1300">
                <a:solidFill>
                  <a:srgbClr val="334E68"/>
                </a:solidFill>
                <a:latin typeface="Calibri"/>
              </a:rPr>
              <a:t>— Brian Widman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Strategic Plan &amp; Executive Wrap-up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011680"/>
            <a:ext cx="5257800" cy="566928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Quem participou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Itiel Gonçalves </a:t>
            </a:r>
            <a:r>
              <a:rPr sz="1300">
                <a:solidFill>
                  <a:srgbClr val="334E68"/>
                </a:solidFill>
                <a:latin typeface="Calibri"/>
              </a:rPr>
              <a:t>— VP Automação &amp; Elétrica (Inpasa)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Dan DeYoung </a:t>
            </a:r>
            <a:r>
              <a:rPr sz="1300">
                <a:solidFill>
                  <a:srgbClr val="334E68"/>
                </a:solidFill>
                <a:latin typeface="Calibri"/>
              </a:rPr>
              <a:t>— VP &amp; GM, Design &amp; Control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Andrew D'Souza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Software &amp; Control, LATAM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JP Wright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Visualization &amp; Production Data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Brian Widman </a:t>
            </a:r>
            <a:r>
              <a:rPr sz="1300">
                <a:solidFill>
                  <a:srgbClr val="334E68"/>
                </a:solidFill>
                <a:latin typeface="Calibri"/>
              </a:rPr>
              <a:t>— PM Controllers · Chris Stearns — PlantPAx PM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Lúcio Granato </a:t>
            </a:r>
            <a:r>
              <a:rPr sz="1300">
                <a:solidFill>
                  <a:srgbClr val="334E68"/>
                </a:solidFill>
                <a:latin typeface="Calibri"/>
              </a:rPr>
              <a:t>— Solution Architect (time Brasil)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POR QUE AGORA · CONTEXTO DE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o mundo da automação está mudando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Da convergência IT/OT à automação definida por software e à IA — a régua subiu.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Evolução da IA industrial: de regras e sistemas especialistas a machine learning, IA generativa, agentes de IA e frameworks agênticos — com aceleração acentuada.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PlantPAx parcial </a:t>
            </a:r>
            <a:r>
              <a:rPr sz="1350">
                <a:solidFill>
                  <a:srgbClr val="334E68"/>
                </a:solidFill>
                <a:latin typeface="Calibri"/>
              </a:rPr>
              <a:t>diversos blocos (P_PID, P_VALVE, P_INTLK), parte customizados à Inpasa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manutenção preditiva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TracOS (Tractian) </a:t>
            </a:r>
            <a:r>
              <a:rPr sz="1350">
                <a:solidFill>
                  <a:srgbClr val="334E68"/>
                </a:solidFill>
                <a:latin typeface="Calibri"/>
              </a:rPr>
              <a:t>monitoramento preditivo de rotativos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Evita falhas </a:t>
            </a:r>
            <a:r>
              <a:rPr sz="1350">
                <a:solidFill>
                  <a:srgbClr val="334E68"/>
                </a:solidFill>
                <a:latin typeface="Calibri"/>
              </a:rPr>
              <a:t>em média 5–6 por planta, com antecedência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gestão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Lacuna </a:t>
            </a:r>
            <a:r>
              <a:rPr sz="1350">
                <a:solidFill>
                  <a:srgbClr val="334E68"/>
                </a:solidFill>
                <a:latin typeface="Calibri"/>
              </a:rPr>
              <a:t>não cobre não rotativos nem prescritivo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em cada PlantPAx. Não existe uma visão única nem ranking entre unidades.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Sem comparar entre Sinop, Nova Mutum, Dourados, Balsas e Sidrolândia o índice de alarmes, de malhas em automático, de blocos em programa, de interlocks desativados e de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Parcialmente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TracOS já evita 5–6 falhas/planta em rotativos. Falta cobrir equipamentos não rotativos e dar insight prescritivo para eles.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+ Tractian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blocos, alarmes e monitoramento de rotativos (Tractian)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HMI/SCADA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SCADA multi-site (2026)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Centraliza o supervisório de todas as plantas em uma plataforma, com redundância de servidor e workstation clients.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VPN: investigar e resolver antes de viajar à planta remota.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nativamente com controladores Rockwell e de terceiros; roda em qualquer hardware.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 · FACTORYTALK OPTIX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Optix AI Design Assistance — HMI assistido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Projetar e implantar telas com apoio de IA: do rascunho à aplicação funcional.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tix_ai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Gera telas a partir de Figma, foto ou rascunho à mão; conteúdo por texto conversacional; auto-geração de modelos e conectividade — releases v1.8 a v1.9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Industrial DataOps — um hub para OT, IT e 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Em vez de integrações ponto a ponto, um hub central contextualiza e reaproveita o dado.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strial_dataops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O hub industrial consolida dados de OT, IT e ET com contextualização, modelos, qualidade e catálogo — reutilizáveis por várias aplicações e pela 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2024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221992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468880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ao parar uma planta, o agente cruza alarmes, malhas e histórico e aponta a causa provável em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443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0540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355848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Detecta desgaste precoce e recomenda a ação antes da parada custosa.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02736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 posição real de uma válvula de controle passa a divergir do percentual comandado além do histórico — tendência de desgaste sinalizada antes da falha.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7822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78224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8795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489704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Monitoram variáveis de processo e geram alertas contextualizados.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736592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exatamente o que o Hub de Automação está construindo — alerta quando uma malha foge do padrão da planta.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21208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212080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32180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623560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 equipe de automação cria fluxos e agentes seguros sem programar.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870448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monta e ajusta os fluxos do DataMosaix sem depender de TI nem de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 · FACTORYTALK DATAMOSAIX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DataMosaix Atlas AI — agentes autônomos na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Inteligência humana e agentes autônomos atuando em conjunto na operação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mosaix_atla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Agentes que decidem e agem com base em metas de negócio para aumentar produção e eliminar paradas, desperdício e risco; gêmeo digital que se aprimora continuamente.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Padrão de HMI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PlantPAx parcial / customizado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PlantPAx 2026 + ISA-101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Preditiva em rotativos (TracOS)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Prescritiva, incl. não rotativos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Via VPN (já temos)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Mantém VPN + Remote Access (Optix)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650992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5650992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650992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Grafana (já implantado) </a:t>
            </a:r>
            <a:r>
              <a:rPr sz="1350">
                <a:solidFill>
                  <a:srgbClr val="334E68"/>
                </a:solidFill>
                <a:latin typeface="Calibri"/>
              </a:rPr>
              <a:t>trata nuisance alarms, bad actors e alarm floods sobre o PlantPAx adaptado — base que já operamos hoje.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 ·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Análise de alarmes assistida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A análise histórica de alarmes que propomos já existe nas ferramentas FactoryTalk.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tview_ai_al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O FactoryTalk View AI responde perguntas como 'os 10 alarmes mais frequentes nos últimos 60 dias' — o tipo de insight que sustenta o ranking ISA-18.2 no COI.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sobre PlantPAx adaptado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PlantPAx adaptado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PlantPAx.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Indicadores comparáveis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Alarmes/operador·hora, % de malhas em automático, blocos em programa, interlocks e variáveis simuladas — além do OEE — por planta, num só painel.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Decisão de produção, manutenção e ações estratégicas em nível corporativo — visão consolidada da companhia, não por site isolado.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Sinop, Nova Mutum, Dourados, Balsas, Sidrolândia e novas plantas, lado a lado, na mesma régua.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Contexto OT + IT +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Une OT (processo / chão de fábrica), IT (sistemas corporativos / ERP) e ET (engenharia / ativos) num só contexto pronto para a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Indicadores ao vivo por planta, lado a lado: % de malhas em automático, índice de alarmes/operador·hora, blocos em programa, interlocks e variáveis simuladas.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Ordena as unidades pelos mesmos indicadores — quem está dentro e fora da ISA-18.2 — destacando boa prática e quem precisa de atenção.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Disparo ao cruzar o limite (ex.: 6 alarmes/operador·hora) — notificação por WhatsApp, e-mail ou o canal que o gestor preferir.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Revela divergências por turno e antes/depois de parada, além de outros padrões — insights para operação e manutenção.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MODERNIZAÇÃO ·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Evolução do PlantPAx — do adaptado ao PlantPAx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Não trocar a base: evoluir o PlantPAx adaptado de hoje para a direção 2026 da Rockwell.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tpax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Direção 2026: integração com FactoryTalk Optix, arquitetura multi-node, +20 conectores, design em nuvem e Software Defined Automation — com Provisioning que reduz o deploy a 1–2 semanas.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evolui — do que já temos ao COI prescritivo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Já implementado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Benchmarking de alarmes e KPIs já rodam hoje no Grafana — que já temos e está implantado — sobre o PlantPAx adaptado. Base pronta; o equivalente Rockwell (VantagePoint) não é necessário para começar.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315468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DataMosaix estende o monitoramento preditivo aos equipamentos não rotativos — os rotativos já são cobertos pela Tractian — e agrega as plantas em dashboards comparativos.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315468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Em simulações de paradas em vários sites, com o COI centralizado a retomada das plantas ficou mais estável, rápida e otimizada — operação e manutenção. Com o time central treinando os sites, é possível até evitar desarmes.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120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9C52"/>
                </a:solidFill>
                <a:latin typeface="Calibri"/>
              </a:rPr>
              <a:t>A AMBIÇÃO DA INPASA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Ser referência em </a:t>
            </a:r>
            <a:r>
              <a:rPr sz="3400" b="1" i="0">
                <a:solidFill>
                  <a:srgbClr val="169C52"/>
                </a:solidFill>
                <a:latin typeface="Calibri"/>
              </a:rPr>
              <a:t>automação inteligente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na América Latina.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AE8"/>
                </a:solidFill>
                <a:latin typeface="Calibri"/>
              </a:rPr>
              <a:t>Não por status — mas pela vontade de gerar resultado para a companhia com tecnologia de ponta: mais produção, menos perdas e decisão baseada em 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Otimizar produção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visibilidade e decisão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3592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93592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2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Empoderar pessoas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2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operação e manutenção com apoio de 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64224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Construir resiliência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menos paradas, retomadas mais estáveis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Acelerar a transformação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do dado à ação, planta a planta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6537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Aprovar o piloto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031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Começar por 1–2 indicadores em todas as plantas (ex.: controles em automático e índice de alarmes/operador·hora), ampliando depois para os demais. Estimativa: ~4–6 semanas para os 2 primeiros, conforme o volume de tags por unidade.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61488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72384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0779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Sequência de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Controles em automático e índice de alarmes primeiro; depois blocos em programa, interlocks desabilitados 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6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7939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14800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5171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Time EUA: Andrew D'Souza (Software &amp; Control LATAM), JP Wright (Visualization &amp; Production Data), Brian Widman (Controllers), Chris Stearns (PlantPAx). Time Brasil: Lúcio Granato e Marcel. Anfitrião: Dan DeYoung (VP &amp; GM, Design &amp; Control).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75504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4864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32180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72414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Gestores e equipe do Hub de Automação conduzindo os fluxos no-code do DataMosaix.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