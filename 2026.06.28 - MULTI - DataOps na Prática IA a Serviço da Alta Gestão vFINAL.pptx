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DDAE8"/>
                </a:solidFill>
                <a:latin typeface="Calibri"/>
              </a:rPr>
              <a:t>Automação inteligente  ·  Inteligência Artificial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Cleveland,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 adaptado às necessidades e padrões da Inpasa. Não há visão única, nem comparação direta entre as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 (TracOS cobre rotativos) e alarmes acima da norma — falta prescritivo e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PARCERIA ESTRATÉGICA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leitura da sessão de 26/06/2026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Encontro executivo no campus da Rockwell (Mayfield Heights, OH). A Inpasa apresentou seus objetivos de automação; a Rockwell trouxe a visão de COI, DataOps e IA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Agenda da sessão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Quem participou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 Automação &amp; Elétrica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(time Brasil)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POR QUE AGORA · CONTEXTO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o mundo da automação está mudando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 convergência IT/OT à automação definida por software e à IA — a régua subiu.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Evolução da IA industrial: de regras e sistemas especialistas a machine learning, IA generativa, agentes de IA e frameworks agênticos — com aceleração acentuada.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no PlantPAx parcial de cada unidade. Em automação, não existe visão única nem ranking comparativo entre as plantas.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de manutenção prescritiva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(Optix)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 próprio FactoryTalk Optix ganha módulo SCADA: centraliza o supervisório de todas as plantas,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VPN. Hoje a Inpasa usa Citrix, que pode ser mantido.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com controladores Rockwell e de terceiros e roda em qualquer hardware — integra os equipamentos multimarca da Inpasa, sem lock-in.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Industrial DataOps — um hub para OT, IT e 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Em vez de integrações ponto a ponto, um hub central contextualiza e reaproveita o 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strial_dataop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O hub industrial consolida dados de OT, IT e ET com contextualização, modelos, qualidade e catálogo — reutilizáveis por várias aplicações e pela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age antes da parada — complementa a Tractian (rotativos), agora para os demais ativos.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MODERNIZAÇÃO ·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Evolução do PlantPAx — do adaptado ao PlantPAx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Hoje já há IA que converte plantas com PlantPAx desatualizado para a versão atual; e o padrão ISA-101 (telas em cinza, cor só no que exige atenção) otimiza a operação.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tpax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Direção 2026: integração com FactoryTalk Optix, arquitetura multi-node, +20 conectores, design em nuvem e Software Defined Automation — com Provisioning que reduz o deploy a 1–2 semanas.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Grafana já está implantado sobre o PlantPAx adaptado, com os primeiros indicadores (ex.: controles em automático) já em teste. Base pronta —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9C52"/>
                </a:solidFill>
                <a:latin typeface="Calibri"/>
              </a:rPr>
              <a:t>O OBJETIVO PROPOSTO PELA ALTA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Ser referência em </a:t>
            </a:r>
            <a:r>
              <a:rPr sz="3400" b="1" i="0">
                <a:solidFill>
                  <a:srgbClr val="169C52"/>
                </a:solidFill>
                <a:latin typeface="Calibri"/>
              </a:rPr>
              <a:t>automação inteligente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na América Latina.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AE8"/>
                </a:solidFill>
                <a:latin typeface="Calibri"/>
              </a:rPr>
              <a:t>Não por status — mas pela vontade de gerar resultado para a companhia com tecnologia de ponta: mais produção, menos perdas e decisão baseada em 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Otimizar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visibilidade e decisão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93592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Empoderar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operação e manutenção com apoio de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64224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Construir resiliência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menos paradas, retomadas mais estáveis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Acelerar a transformação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do dado à ação, planta a planta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9C52"/>
                </a:solidFill>
                <a:latin typeface="Calibri"/>
              </a:rPr>
              <a:t>Onde se encaixa: </a:t>
            </a:r>
            <a:r>
              <a:rPr sz="1300" b="0" i="0">
                <a:solidFill>
                  <a:srgbClr val="CDDAE8"/>
                </a:solidFill>
                <a:latin typeface="Calibri"/>
              </a:rPr>
              <a:t>otimizar processos de pequenos ganhos — energia, vapor e outros — que muitas vezes não avaliamos por serem pequenos, mas que a IA consegue otimizar.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nos fluxos no-code do DataMosaix, com apoio e patrocínio dos gestores de processo e de automação.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