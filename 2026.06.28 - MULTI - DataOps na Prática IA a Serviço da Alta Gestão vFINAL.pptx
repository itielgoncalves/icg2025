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75488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27D98"/>
                </a:solidFill>
                <a:latin typeface="Calibri"/>
              </a:rPr>
              <a:t>Apresentado a: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Sr. José  e  Éder</a:t>
            </a:r>
            <a:r>
              <a:rPr sz="1400" b="0" i="0">
                <a:solidFill>
                  <a:srgbClr val="627D98"/>
                </a:solidFill>
                <a:latin typeface="Calibri"/>
              </a:rPr>
              <a:t>      por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Itiel Gonçalves · VP Automação &amp; Elétrica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27D98"/>
                </a:solidFill>
                <a:latin typeface="Calibri"/>
              </a:rPr>
              <a:t>Centro de Operações Integradas (COI)  ·  Benchmarking entre plantas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Mayfield Heights,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PlantPAx. Não há visão única nem comparação direta entre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 (TracOS cobre rotativos) e alarmes acima da norma — falta prescritivo e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PARCERIA ESTRATÉGICA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leitura da sessão de 26/06/2026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Encontro executivo no campus da Rockwell (Mayfield Heights, OH). A Inpasa apresentou seus objetivos de automação; a Rockwell trouxe a visão de COI, DataOps e IA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Agenda da sessão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Quem participou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 Automação &amp; Elétrica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(time Brasil)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em cada PlantPAx. Não existe uma visão única nem ranking entre unidades.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prescritivo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Centraliza o supervisório de todas as plantas em uma plataforma,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VPN: investigar e resolver antes de viajar à planta remota.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nativamente com controladores Rockwell e de terceiros; roda em qualquer hardware.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Em vez de integrações ponto a ponto, um hub central contextualiza e reaproveita o 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hub industrial consolida dados de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recomenda a ação antes da parada custosa.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 ·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Análise de alarmes assistida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A análise histórica de alarmes que propomos já existe nas ferramentas FactoryTalk.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tview_ai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FactoryTalk View AI responde perguntas como 'os 10 alarmes mais frequentes nos últimos 60 dias' — o tipo de insight que sustenta o ranking ISA-18.2 no COI.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Não trocar a base: evoluir o PlantPAx adaptado de hoje para a direção 2026 da Rockwell.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Benchmarking de alarmes e KPIs já rodam hoje no Grafana — que já temos e está implantado — sobre o PlantPAx adaptado. Base pronta;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A AMBIÇÃO DA INPASA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conduzindo os fluxos no-code do DataMosaix.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